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109728" cy="68580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8E1"/>
                </a:solidFill>
                <a:latin typeface="Calibri"/>
              </a:defRPr>
            </a:pPr>
            <a:r>
              <a:t>EcoShare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9A825"/>
                </a:solidFill>
                <a:latin typeface="Calibri"/>
              </a:defRPr>
            </a:pPr>
            <a:r>
              <a:t>Surplus to Sustain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8E1"/>
                </a:solidFill>
                <a:latin typeface="Calibri"/>
              </a:defRPr>
            </a:pPr>
            <a:r>
              <a:t>A Zero-Waste Cascade Platform</a:t>
            </a:r>
            <a:br/>
            <a:r>
              <a:t>Turning Food Waste into Food, Fuel, &amp; a Better Future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A825"/>
                </a:solidFill>
                <a:latin typeface="Calibri"/>
              </a:defRPr>
            </a:pPr>
            <a:r>
              <a:t>FusioniX '26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8E1"/>
                </a:solidFill>
                <a:latin typeface="Calibri"/>
              </a:defRPr>
            </a:pPr>
            <a:r>
              <a:t>Sustainability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Calibri"/>
              </a:defRPr>
            </a:pPr>
            <a:r>
              <a:t>Team: Soyeb Ahmad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14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8E1"/>
                </a:solidFill>
                <a:latin typeface="Calibri"/>
              </a:defRPr>
            </a:pPr>
            <a:r>
              <a:t>🍽️ Feed People → 🐾 Feed Animals → ⚡ Biogas Fuel → 🌱 Compost</a:t>
            </a:r>
            <a:br/>
            <a:br/>
            <a:r>
              <a:t>No food goes to landfill. Every kg finds a purpose.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62828"/>
                </a:solidFill>
                <a:latin typeface="Calibri"/>
              </a:defRPr>
            </a:pPr>
            <a:r>
              <a:t>The Problem We're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India's food waste crisis is bigger than you think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3200400" cy="274320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C62828"/>
                </a:solidFill>
                <a:latin typeface="Calibri"/>
              </a:defRPr>
            </a:pPr>
            <a:r>
              <a:t>67M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8E1"/>
                </a:solidFill>
                <a:latin typeface="Calibri"/>
              </a:defRPr>
            </a:pPr>
            <a:r>
              <a:t>Tonnes of food</a:t>
            </a:r>
            <a:br/>
            <a:r>
              <a:t>wasted every year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200400"/>
            <a:ext cx="1371600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2286000"/>
            <a:ext cx="3200400" cy="274320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9A825"/>
                </a:solidFill>
                <a:latin typeface="Calibri"/>
              </a:defRPr>
            </a:pPr>
            <a:r>
              <a:t>194M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291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8E1"/>
                </a:solidFill>
                <a:latin typeface="Calibri"/>
              </a:defRPr>
            </a:pPr>
            <a:r>
              <a:t>Indians are</a:t>
            </a:r>
            <a:br/>
            <a:r>
              <a:t>undernourished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200400"/>
            <a:ext cx="1371600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286000"/>
            <a:ext cx="3200400" cy="274320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5603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E7D32"/>
                </a:solidFill>
                <a:latin typeface="Calibri"/>
              </a:defRPr>
            </a:pPr>
            <a:r>
              <a:t>60M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91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8E1"/>
                </a:solidFill>
                <a:latin typeface="Calibri"/>
              </a:defRPr>
            </a:pPr>
            <a:r>
              <a:t>Stray animals</a:t>
            </a:r>
            <a:br/>
            <a:r>
              <a:t>starving on streets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200400"/>
            <a:ext cx="13716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💡 Food rotting in landfills produces methane — 25x more potent than CO₂. India's food waste generates more methane than the entire aviation industry.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62828"/>
                </a:solidFill>
                <a:latin typeface="Calibri"/>
              </a:defRPr>
            </a:pPr>
            <a:r>
              <a:t>EcoShare: The Zero-Waste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The only platform covering all three tiers — humans, animals, and energy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74720" cy="38404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47472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C62828"/>
                </a:solidFill>
                <a:latin typeface="Calibri"/>
              </a:defRPr>
            </a:pPr>
            <a:r>
              <a:t>🍽️ Feed People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8E1"/>
                </a:solidFill>
                <a:latin typeface="Calibri"/>
              </a:defRPr>
            </a:pPr>
            <a:r>
              <a:t>Edible surplus food →</a:t>
            </a:r>
            <a:br/>
            <a:r>
              <a:t>volunteers → communities,</a:t>
            </a:r>
            <a:br/>
            <a:r>
              <a:t>orphanages &amp; shelters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11680"/>
            <a:ext cx="3474720" cy="38404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11680"/>
            <a:ext cx="347472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A825"/>
                </a:solidFill>
                <a:latin typeface="Calibri"/>
              </a:defRPr>
            </a:pPr>
            <a:r>
              <a:t>🐾 Feed Animals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08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8E1"/>
                </a:solidFill>
                <a:latin typeface="Calibri"/>
              </a:defRPr>
            </a:pPr>
            <a:r>
              <a:t>Animal-safe waste →</a:t>
            </a:r>
            <a:br/>
            <a:r>
              <a:t>stray feeders, Gaushalas,</a:t>
            </a:r>
            <a:br/>
            <a:r>
              <a:t>&amp; rescue shelters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011680"/>
            <a:ext cx="3474720" cy="38404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2011680"/>
            <a:ext cx="34747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377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7D32"/>
                </a:solidFill>
                <a:latin typeface="Calibri"/>
              </a:defRPr>
            </a:pPr>
            <a:r>
              <a:t>⚡ Biogas Fuel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10896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8E1"/>
                </a:solidFill>
                <a:latin typeface="Calibri"/>
              </a:defRPr>
            </a:pPr>
            <a:r>
              <a:t>Rotten waste →</a:t>
            </a:r>
            <a:br/>
            <a:r>
              <a:t>anaerobic digester →</a:t>
            </a:r>
            <a:br/>
            <a:r>
              <a:t>biomethane for vehicles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7D32"/>
                </a:solidFill>
                <a:latin typeface="Calibri"/>
              </a:defRPr>
            </a:pPr>
            <a:r>
              <a:t>🌱 Nothing goes to landfill — what can't be eaten by humans or animals becomes biogas and compost.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62828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Real-time platform connecting surplus to those who need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45720" cy="1920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📱 Live Food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Canteens &amp; events post surplus food in real-time with quantity, location &amp; photos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11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11680"/>
            <a:ext cx="45720" cy="1920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🎯 Smart Cascade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System automatically routes food to the right tier — human → animal → biogas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011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2011680"/>
            <a:ext cx="45720" cy="1920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📊 Impact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Track meals saved, CO₂ prevented, animals fed &amp; biogas generated with live charts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45720" cy="1920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🏆 Gamification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Leaderboard with badges — Green Warrior, Animal Hero, Energy Pioneer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297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4297680"/>
            <a:ext cx="45720" cy="1920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🗺️ Campus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Interactive map showing live food sources, shelters &amp; biogas facilities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4297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4297680"/>
            <a:ext cx="45720" cy="1920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62828"/>
                </a:solidFill>
                <a:latin typeface="Calibri"/>
              </a:defRPr>
            </a:pPr>
            <a:r>
              <a:t>🔐 Judge Admin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Exportable impact reports, activity log &amp; full analytics for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62828"/>
                </a:solidFill>
                <a:latin typeface="Calibri"/>
              </a:defRPr>
            </a:pPr>
            <a:r>
              <a:t>Impact That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Real metrics from the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747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A825"/>
                </a:solidFill>
                <a:latin typeface="Calibri"/>
              </a:defRPr>
            </a:pPr>
            <a:r>
              <a:t>🍽️ Meals Saved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Every portion</a:t>
            </a:r>
            <a:br/>
            <a:r>
              <a:t>claimed = 2.5 kg</a:t>
            </a:r>
            <a:br/>
            <a:r>
              <a:t>CO₂ prevented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011680"/>
            <a:ext cx="34747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A825"/>
                </a:solidFill>
                <a:latin typeface="Calibri"/>
              </a:defRPr>
            </a:pPr>
            <a:r>
              <a:t>🌍 CO₂ Offset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743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1.25 kg CO₂</a:t>
            </a:r>
            <a:br/>
            <a:r>
              <a:t>saved per kg</a:t>
            </a:r>
            <a:br/>
            <a:r>
              <a:t>food diverted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011680"/>
            <a:ext cx="34747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A825"/>
                </a:solidFill>
                <a:latin typeface="Calibri"/>
              </a:defRPr>
            </a:pPr>
            <a:r>
              <a:t>🐾 Animals Fed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743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Connected with</a:t>
            </a:r>
            <a:br/>
            <a:r>
              <a:t>shelters &amp; stray</a:t>
            </a:r>
            <a:br/>
            <a:r>
              <a:t>feeding groups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97680"/>
            <a:ext cx="34747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A825"/>
                </a:solidFill>
                <a:latin typeface="Calibri"/>
              </a:defRPr>
            </a:pPr>
            <a:r>
              <a:t>⚡ Biogas Generated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0.6 m³ biogas</a:t>
            </a:r>
            <a:br/>
            <a:r>
              <a:t>per kg waste</a:t>
            </a:r>
            <a:br/>
            <a:r>
              <a:t>→ 1.5 km car travel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4297680"/>
            <a:ext cx="34747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A825"/>
                </a:solidFill>
                <a:latin typeface="Calibri"/>
              </a:defRPr>
            </a:pPr>
            <a:r>
              <a:t>💰 Fuel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029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₹60/km saved</a:t>
            </a:r>
            <a:br/>
            <a:r>
              <a:t>vs petrol from</a:t>
            </a:r>
            <a:br/>
            <a:r>
              <a:t>biomethane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297680"/>
            <a:ext cx="34747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4480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A825"/>
                </a:solidFill>
                <a:latin typeface="Calibri"/>
              </a:defRPr>
            </a:pPr>
            <a:r>
              <a:t>🏪 Campus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029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Multi-campus hub</a:t>
            </a:r>
            <a:br/>
            <a:r>
              <a:t>connecting canteens,</a:t>
            </a:r>
            <a:br/>
            <a:r>
              <a:t>shelters &amp; biogas plants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62828"/>
                </a:solidFill>
                <a:latin typeface="Calibri"/>
              </a:defRPr>
            </a:pPr>
            <a:r>
              <a:t>Why EcoShare Stands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What makes us different from existing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E1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011680"/>
            <a:ext cx="365760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57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E1"/>
                </a:solidFill>
                <a:latin typeface="Calibri"/>
              </a:defRPr>
            </a:pPr>
            <a:r>
              <a:t>Existing Apps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011680"/>
            <a:ext cx="4114800" cy="457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057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8E1"/>
                </a:solidFill>
                <a:latin typeface="Calibri"/>
              </a:defRPr>
            </a:pPr>
            <a:r>
              <a:t>EcoShare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60320"/>
            <a:ext cx="2743200" cy="5486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060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A825"/>
                </a:solidFill>
                <a:latin typeface="Calibri"/>
              </a:defRPr>
            </a:pPr>
            <a:r>
              <a:t>Coverage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560320"/>
            <a:ext cx="3657600" cy="5486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Only feed humans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2560320"/>
            <a:ext cx="4114800" cy="5486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26060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Humans + Animals + Biogas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00400"/>
            <a:ext cx="2743200" cy="548640"/>
          </a:xfrm>
          <a:prstGeom prst="rect">
            <a:avLst/>
          </a:prstGeom>
          <a:solidFill>
            <a:srgbClr val="3D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461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A825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200400"/>
            <a:ext cx="3657600" cy="548640"/>
          </a:xfrm>
          <a:prstGeom prst="rect">
            <a:avLst/>
          </a:prstGeom>
          <a:solidFill>
            <a:srgbClr val="3D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246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Ad-hoc donations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3200400"/>
            <a:ext cx="4114800" cy="548640"/>
          </a:xfrm>
          <a:prstGeom prst="rect">
            <a:avLst/>
          </a:prstGeom>
          <a:solidFill>
            <a:srgbClr val="3D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3246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Smart cascade matching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40479"/>
            <a:ext cx="2743200" cy="5486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88619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A825"/>
                </a:solidFill>
                <a:latin typeface="Calibri"/>
              </a:defRPr>
            </a:pPr>
            <a:r>
              <a:t>Tracking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3840479"/>
            <a:ext cx="3657600" cy="5486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88619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No impact tracking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3840479"/>
            <a:ext cx="4114800" cy="5486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88619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Charts, maps, leaderboards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480559"/>
            <a:ext cx="2743200" cy="548640"/>
          </a:xfrm>
          <a:prstGeom prst="rect">
            <a:avLst/>
          </a:prstGeom>
          <a:solidFill>
            <a:srgbClr val="3D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26279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A825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480559"/>
            <a:ext cx="3657600" cy="548640"/>
          </a:xfrm>
          <a:prstGeom prst="rect">
            <a:avLst/>
          </a:prstGeom>
          <a:solidFill>
            <a:srgbClr val="3D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5262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General purpose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4480559"/>
            <a:ext cx="4114800" cy="548640"/>
          </a:xfrm>
          <a:prstGeom prst="rect">
            <a:avLst/>
          </a:prstGeom>
          <a:solidFill>
            <a:srgbClr val="3D2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452627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Built for campus ecosystem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120640"/>
            <a:ext cx="2743200" cy="5486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66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A825"/>
                </a:solidFill>
                <a:latin typeface="Calibri"/>
              </a:defRPr>
            </a:pPr>
            <a:r>
              <a:t>Tech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5120640"/>
            <a:ext cx="3657600" cy="5486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5166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Basic listings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5120640"/>
            <a:ext cx="4114800" cy="5486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5166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Real-time, gamified,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A825"/>
                </a:solidFill>
                <a:latin typeface="Calibri"/>
              </a:defRPr>
            </a:pPr>
            <a:r>
              <a:t>🏆 No existing platform handles all three tiers. EcoShare is the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62828"/>
                </a:solidFill>
                <a:latin typeface="Calibri"/>
              </a:defRPr>
            </a:pPr>
            <a:r>
              <a:t>Tech Stack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Built for speed — single file, zero build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5603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56032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HTML/CSS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8E1"/>
                </a:solidFill>
                <a:latin typeface="Calibri"/>
              </a:defRPr>
            </a:pPr>
            <a:r>
              <a:t>Single-file structure</a:t>
            </a:r>
            <a:br/>
            <a:r>
              <a:t>Indian folk design theme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011680"/>
            <a:ext cx="25603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2011680"/>
            <a:ext cx="256032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A825"/>
                </a:solidFill>
                <a:latin typeface="Calibri"/>
              </a:defRPr>
            </a:pPr>
            <a:r>
              <a:t>Tailwind CSS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8E1"/>
                </a:solidFill>
                <a:latin typeface="Calibri"/>
              </a:defRPr>
            </a:pPr>
            <a:r>
              <a:t>Utility-first styling</a:t>
            </a:r>
            <a:br/>
            <a:r>
              <a:t>(CDN, no build)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25603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25603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Vanilla 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8E1"/>
                </a:solidFill>
                <a:latin typeface="Calibri"/>
              </a:defRPr>
            </a:pPr>
            <a:r>
              <a:t>All logic, state management</a:t>
            </a:r>
            <a:br/>
            <a:r>
              <a:t>&amp; Canvas 2D rendering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011680"/>
            <a:ext cx="25603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2011680"/>
            <a:ext cx="256032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Chart.js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34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8E1"/>
                </a:solidFill>
                <a:latin typeface="Calibri"/>
              </a:defRPr>
            </a:pPr>
            <a:r>
              <a:t>Impact dashboard</a:t>
            </a:r>
            <a:br/>
            <a:r>
              <a:t>visualizations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97680"/>
            <a:ext cx="25603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297680"/>
            <a:ext cx="256032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A825"/>
                </a:solidFill>
                <a:latin typeface="Calibri"/>
              </a:defRPr>
            </a:pPr>
            <a:r>
              <a:t>GSAP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20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8E1"/>
                </a:solidFill>
                <a:latin typeface="Calibri"/>
              </a:defRPr>
            </a:pPr>
            <a:r>
              <a:t>Page transitions</a:t>
            </a:r>
            <a:br/>
            <a:r>
              <a:t>&amp; animations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4297680"/>
            <a:ext cx="25603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66160" y="4297680"/>
            <a:ext cx="256032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Firebase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0" y="5120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8E1"/>
                </a:solidFill>
                <a:latin typeface="Calibri"/>
              </a:defRPr>
            </a:pPr>
            <a:r>
              <a:t>Auth + Firestore</a:t>
            </a:r>
            <a:br/>
            <a:r>
              <a:t>(optional, plug &amp; play)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297680"/>
            <a:ext cx="25603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297680"/>
            <a:ext cx="256032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localStorage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120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8E1"/>
                </a:solidFill>
                <a:latin typeface="Calibri"/>
              </a:defRPr>
            </a:pPr>
            <a:r>
              <a:t>Persistent data</a:t>
            </a:r>
            <a:br/>
            <a:r>
              <a:t>without backend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4297680"/>
            <a:ext cx="2560320" cy="201168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4297680"/>
            <a:ext cx="256032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A825"/>
                </a:solidFill>
                <a:latin typeface="Calibri"/>
              </a:defRPr>
            </a:pPr>
            <a:r>
              <a:t>Canvas 2D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51206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8E1"/>
                </a:solidFill>
                <a:latin typeface="Calibri"/>
              </a:defRPr>
            </a:pPr>
            <a:r>
              <a:t>5 animated story scenes</a:t>
            </a:r>
            <a:br/>
            <a:r>
              <a:t>for narrative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62828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alibri"/>
              </a:defRPr>
            </a:pPr>
            <a:r>
              <a:t>What's next for EcoShare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45720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📡 Real-time WebSocket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Instant notifications when new batches are posted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11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11680"/>
            <a:ext cx="45720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📱 PWA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Installable on phone — works offline, push notifications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2011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2011680"/>
            <a:ext cx="45720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🌡️ Food Safety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743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Temperature monitoring &amp; expiry alerts for perishables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45720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🗺️ Route Optimization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Optimized delivery routes for volunteers &amp; shelters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297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4297680"/>
            <a:ext cx="45720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🏫 Multi-Campus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Scale across multiple campuses &amp; cities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4297680"/>
            <a:ext cx="3474720" cy="1920240"/>
          </a:xfrm>
          <a:prstGeom prst="rect">
            <a:avLst/>
          </a:prstGeom>
          <a:solidFill>
            <a:srgbClr val="1C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0" y="4297680"/>
            <a:ext cx="45720" cy="19202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62828"/>
                </a:solidFill>
                <a:latin typeface="Calibri"/>
              </a:defRPr>
            </a:pPr>
            <a:r>
              <a:t>🤝 Govt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8E1"/>
                </a:solidFill>
                <a:latin typeface="Calibri"/>
              </a:defRPr>
            </a:pPr>
            <a:r>
              <a:t>Connect with PMGKAY, PM Poshan &amp; food schemes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0"/>
            <a:ext cx="12191695" cy="109728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8E1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9A825"/>
                </a:solidFill>
                <a:latin typeface="Calibri"/>
              </a:defRPr>
            </a:pPr>
            <a:r>
              <a:t>Let's build a zero-waste future —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62828"/>
                </a:solidFill>
                <a:latin typeface="Calibri"/>
              </a:defRPr>
            </a:pPr>
            <a:r>
              <a:t>🌐 Live Demo: eco-share-26.web.app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8E1"/>
                </a:solidFill>
                <a:latin typeface="Calibri"/>
              </a:defRPr>
            </a:pPr>
            <a:r>
              <a:t>📧 Soyeb Ahmad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🔗 github.com/soyeb-the-coder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"When we waste food, we waste the land, water, energy — and the chance to feed someone."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